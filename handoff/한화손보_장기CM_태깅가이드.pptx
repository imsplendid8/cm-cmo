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31720"/>
            <a:ext cx="146304" cy="2194560"/>
          </a:xfrm>
          <a:prstGeom prst="rect">
            <a:avLst/>
          </a:prstGeom>
          <a:solidFill>
            <a:srgbClr val="E08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0A63F"/>
                </a:solidFill>
                <a:latin typeface="Arial"/>
              </a:rPr>
              <a:t>한화손보 장기CM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테크니컬 SEO 태깅 가이드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C9C6D4"/>
                </a:solidFill>
                <a:latin typeface="Arial"/>
              </a:rPr>
              <a:t>개발자 전달용 · 상품별 현행(Before) → 권장(After) 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8A869B"/>
                </a:solidFill>
                <a:latin typeface="Arial"/>
              </a:rPr>
              <a:t>담당: 한화손보 CM사업부  ·  모바일(m.hanwhadirect.com) 기준  ·  네이버 색인 실측 2026-07-18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869B"/>
                </a:solidFill>
                <a:latin typeface="Arial"/>
              </a:rPr>
              <a:t>※ 권장(After)은 광고심의 검수 전 초안 · H1·alt·OG 원본은 실제 DOM 확인 후 반영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E1E2C"/>
                </a:solidFill>
                <a:latin typeface="Arial"/>
              </a:rPr>
              <a:t>상품별 테크니컬 SEO 점수 · 담당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" cy="384048"/>
          </a:xfrm>
          <a:prstGeom prst="rect">
            <a:avLst/>
          </a:prstGeom>
          <a:solidFill>
            <a:srgbClr val="E08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A8EA0"/>
                </a:solidFill>
                <a:latin typeface="Arial"/>
              </a:rPr>
              <a:t>장기 7종(주택화재·골프·암·치아 = 직접 / 운전자·여성건강·임신출산 = 캐롯 분기) · 일반 1종(해외여행) · 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768096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상품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전달경로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구글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네이버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C"/>
                          </a:solidFill>
                          <a:latin typeface="Arial"/>
                        </a:rPr>
                        <a:t>다이렉트 홈(메인)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2C"/>
                          </a:solidFill>
                          <a:latin typeface="Arial"/>
                        </a:rPr>
                        <a:t>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C"/>
                          </a:solidFill>
                          <a:latin typeface="Arial"/>
                        </a:rPr>
                        <a:t>주택화재보험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2C"/>
                          </a:solidFill>
                          <a:latin typeface="Arial"/>
                        </a:rPr>
                        <a:t>한화손보다이렉트 직접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C"/>
                          </a:solidFill>
                          <a:latin typeface="Arial"/>
                        </a:rPr>
                        <a:t>골프보험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2C"/>
                          </a:solidFill>
                          <a:latin typeface="Arial"/>
                        </a:rPr>
                        <a:t>한화손보다이렉트 직접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C"/>
                          </a:solidFill>
                          <a:latin typeface="Arial"/>
                        </a:rPr>
                        <a:t>암보험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2C"/>
                          </a:solidFill>
                          <a:latin typeface="Arial"/>
                        </a:rPr>
                        <a:t>한화손보다이렉트 직접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C"/>
                          </a:solidFill>
                          <a:latin typeface="Arial"/>
                        </a:rPr>
                        <a:t>치아보험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2C"/>
                          </a:solidFill>
                          <a:latin typeface="Arial"/>
                        </a:rPr>
                        <a:t>한화손보다이렉트 직접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47F12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C"/>
                          </a:solidFill>
                          <a:latin typeface="Arial"/>
                        </a:rPr>
                        <a:t>운전자보험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2C"/>
                          </a:solidFill>
                          <a:latin typeface="Arial"/>
                        </a:rPr>
                        <a:t>캐롯 분기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47F12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47F12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C"/>
                          </a:solidFill>
                          <a:latin typeface="Arial"/>
                        </a:rPr>
                        <a:t>여성건강보험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2C"/>
                          </a:solidFill>
                          <a:latin typeface="Arial"/>
                        </a:rPr>
                        <a:t>캐롯 분기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C"/>
                          </a:solidFill>
                          <a:latin typeface="Arial"/>
                        </a:rPr>
                        <a:t>임신·출산(태아)보험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2C"/>
                          </a:solidFill>
                          <a:latin typeface="Arial"/>
                        </a:rPr>
                        <a:t>캐롯 분기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484D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C"/>
                          </a:solidFill>
                          <a:latin typeface="Arial"/>
                        </a:rPr>
                        <a:t>해외여행보험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2C"/>
                          </a:solidFill>
                          <a:latin typeface="Arial"/>
                        </a:rPr>
                        <a:t>캐롯 분기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47F12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47F12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1E2C"/>
                          </a:solidFill>
                          <a:latin typeface="Arial"/>
                        </a:rPr>
                        <a:t>해외장기체류보험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2C"/>
                          </a:solidFill>
                          <a:latin typeface="Arial"/>
                        </a:rPr>
                        <a:t>캐롯 분기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47F12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47F12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AF9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다이렉트 홈(메인)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9C6D4"/>
                </a:solidFill>
                <a:latin typeface="Arial"/>
              </a:rPr>
              <a:t>한화손보다이렉트  ·  메인  ·  https://m.hanwhadirect.com/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구글 47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5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네이버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EA0"/>
                </a:solidFill>
                <a:latin typeface="Arial"/>
              </a:rPr>
              <a:t>권장 메인 타이틀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solidFill>
            <a:srgbClr val="FBF5EC"/>
          </a:solidFill>
          <a:ln w="9525">
            <a:solidFill>
              <a:srgbClr val="E08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96B08"/>
                </a:solidFill>
                <a:latin typeface="Arial"/>
              </a:rPr>
              <a:t>한화손보다이렉트 | 암·치아·운전자·주택화재·골프보험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40280"/>
          <a:ext cx="110642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108960"/>
                <a:gridCol w="7086600"/>
              </a:tblGrid>
              <a:tr h="249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우선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태그 항목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권장 (After)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249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&lt;title&gt; 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&lt;title&gt;한화손보다이렉트 | 암·치아·운전자·주택화재·골프보험&lt;/title&gt;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249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&lt;meta name="description"&gt; 신설/교체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name="description" content="암·치아·운전자·주택화재·골프보험까지, 한화손보다이렉트에서 개인정보 없이 온라인으로 비교하고 보험료를 확인하세요."&gt;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249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검색로봇(Yeti) 접근 차단 해제 (방화벽/서버)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# 방화벽/WAF·서버에서 Yeti·Googlebot·Daumoa UA 허용 → 정상 200 응답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249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robots.txt · sitemap.xml 설치/점검 (사이트 전체)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# robots.txt (사이트 루트)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User-agent: Yeti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Allow: /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User-agent: Googlebot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Allow: /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User-agent: *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Allow: /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Disallow: /cmcom/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Disallow: /admin/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Disallow: /manager/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Disallow: /mng/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Disallow: /search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Disallow: /*?keyword=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Disallow: /*?q=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Sitemap: https://m.hanwhadirect.com/sitemap.xml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Sitemap: https://www.hanwhadirect.com/sitemap.xml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249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OG 태그 세트 추가/점검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property="og:title" content="한화손보다이렉트 — 필요한 보험을 한 곳에서"&gt;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property="og:description" content="장기보험을 개인정보 없이 3분 만에 비교하고 보험료를 확인해요."&gt;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property="og:image" content="https://.../og/home_1200x630.png"&gt;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property="og:url" content="https://m.hanwhadirect.com/"&gt;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249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모바일(m.)·PC(www) 메타 일치 + canonical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rel="canonical" href="https://www.hanwhadirect.com/"&gt;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rel="alternate" media="only screen and (max-width: 640px)" href="https://m.hanwhadirect.com/"&gt;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249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로봇 메타태그 noindex 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name="robots" content="index,follow"&gt;  (또는 태그 없음=허용)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249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사이트맵 제출·웹마스터도구/서치어드바이저 등록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# sitemap.xml(하위 URL·lastmod·changefreq·priority) 작성 후 네이버 웹마스터도구 요청&gt;사이트맵 제출 / 구글 Search Console 등록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249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연관 채널 구조화 데이터 (선택·고급)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&lt;script type="application/ld+json"&gt;{"@context":"https://schema.org","@type":"Organization","name":"한화손해보험 다이렉트","url":"https://www.hanwhadirect.com/","sameAs":["https://blog.naver.com/hwgi01","인스타/유튜브 공식채널"]}&lt;/script&gt;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249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상품 이미지 alt 텍스트 보강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&lt;img src="/img/home_cover.png" alt="다이렉트 홈(메인) 보장내용 안내"&gt;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주택화재보험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9C6D4"/>
                </a:solidFill>
                <a:latin typeface="Arial"/>
              </a:rPr>
              <a:t>한화손보다이렉트  ·  한화손보다이렉트 직접  ·  https://m.hanwhadirect.com/ltr/hrmf/main.do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구글 35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5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네이버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EA0"/>
                </a:solidFill>
                <a:latin typeface="Arial"/>
              </a:rPr>
              <a:t>권장 메인 타이틀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solidFill>
            <a:srgbClr val="FBF5EC"/>
          </a:solidFill>
          <a:ln w="9525">
            <a:solidFill>
              <a:srgbClr val="E08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96B08"/>
                </a:solidFill>
                <a:latin typeface="Arial"/>
              </a:rPr>
              <a:t>한화손보다이렉트 주택화재보험 | 스크린홀인원·임시거주비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40280"/>
          <a:ext cx="110642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108960"/>
                <a:gridCol w="7086600"/>
              </a:tblGrid>
              <a:tr h="391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우선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태그 항목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권장 (After)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&lt;title&gt; 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&lt;title&gt;한화손보다이렉트 주택화재보험 | 스크린홀인원·임시거주비&lt;/title&gt;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&lt;meta name="description"&gt; 신설/교체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name="description" content="화재·누수·풍수재 피해와 임시거주비는 물론 스크린홀인원 담보까지. 한화손보다이렉트 주택화재보험을 온라인에서 설계하고 보험료를 확인하세요."&gt;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OG 태그 세트 추가/점검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property="og:title" content="화재보험에 스크린홀인원까지 — 한화손보다이렉트 주택화재보험"&gt;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property="og:description" content="임시거주비에 스크린홀인원 담보까지 챙기는 주택화재보험을 3분 만에 설계하고 공유해요."&gt;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property="og:image" content="https://.../og/hrmf_1200x630.png"&gt;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property="og:url" content="https://m.hanwhadirect.com/ltr/hrmf/main.do"&gt;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모바일(m.)·PC(www) 메타 일치 + canonical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rel="canonical" href="https://www.hanwhadirect.com/ltr/hrmf/main.do"&gt;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rel="alternate" media="only screen and (max-width: 640px)" href="https://m.hanwhadirect.com/ltr/hrmf/main.do"&gt;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H1을 상품명으로 1회만 지정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&lt;h1&gt;주택화재보험 — 119주택화재보험(스크린홀인원 담보)&lt;/h1&gt;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상품 이미지 alt 텍스트 보강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&lt;img src="/img/hrmf_cover.png" alt="주택화재보험 보장내용 안내"&gt;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골프보험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9C6D4"/>
                </a:solidFill>
                <a:latin typeface="Arial"/>
              </a:rPr>
              <a:t>한화손보다이렉트  ·  한화손보다이렉트 직접  ·  https://m.hanwhadirect.com/ltr/golf/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구글 35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5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네이버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EA0"/>
                </a:solidFill>
                <a:latin typeface="Arial"/>
              </a:rPr>
              <a:t>권장 메인 타이틀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solidFill>
            <a:srgbClr val="FBF5EC"/>
          </a:solidFill>
          <a:ln w="9525">
            <a:solidFill>
              <a:srgbClr val="E08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96B08"/>
                </a:solidFill>
                <a:latin typeface="Arial"/>
              </a:rPr>
              <a:t>한화손보다이렉트 골프보험 | 홀인원·배상책임 보장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40280"/>
          <a:ext cx="110642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108960"/>
                <a:gridCol w="7086600"/>
              </a:tblGrid>
              <a:tr h="391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우선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태그 항목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권장 (After)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&lt;title&gt; 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&lt;title&gt;한화손보다이렉트 골프보험 | 홀인원·배상책임 보장&lt;/title&gt;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&lt;meta name="description"&gt; 신설/교체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name="description" content="홀인원 축하비용부터 타인 상해 배상책임까지. 한화손보다이렉트 골프보험으로 라운딩 중 위험을 온라인에서 설계하고 보험료를 확인하세요."&gt;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OG 태그 세트 추가/점검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property="og:title" content="홀인원, 축하만큼 비용도 크다 — 한화손보다이렉트 골프보험"&gt;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property="og:description" content="라운딩 중 사고·배상책임·홀인원 비용까지. 3분 만에 설계하고 동반자와 공유해요."&gt;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property="og:image" content="https://.../og/golf_1200x630.png"&gt;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property="og:url" content="https://m.hanwhadirect.com/ltr/golf/"&gt;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모바일(m.)·PC(www) 메타 일치 + canonical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rel="canonical" href="https://www.hanwhadirect.com/ltr/golf/"&gt;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rel="alternate" media="only screen and (max-width: 640px)" href="https://m.hanwhadirect.com/ltr/golf/"&gt;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H1을 상품명으로 1회만 지정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&lt;h1&gt;골프보험 — 홀인원·배상책임&lt;/h1&gt;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상품 이미지 alt 텍스트 보강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&lt;img src="/img/golf_cover.png" alt="골프보험 보장내용 안내"&gt;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암보험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9C6D4"/>
                </a:solidFill>
                <a:latin typeface="Arial"/>
              </a:rPr>
              <a:t>한화손보다이렉트  ·  한화손보다이렉트 직접  ·  https://m.hanwhadirect.com/ltr/cncr/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구글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5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네이버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EA0"/>
                </a:solidFill>
                <a:latin typeface="Arial"/>
              </a:rPr>
              <a:t>권장 메인 타이틀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solidFill>
            <a:srgbClr val="FBF5EC"/>
          </a:solidFill>
          <a:ln w="9525">
            <a:solidFill>
              <a:srgbClr val="E08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96B08"/>
                </a:solidFill>
                <a:latin typeface="Arial"/>
              </a:rPr>
              <a:t>한화손보다이렉트 내가고른 암보험 | 4대유사암 단독가입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40280"/>
          <a:ext cx="110642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108960"/>
                <a:gridCol w="7086600"/>
              </a:tblGrid>
              <a:tr h="391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우선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태그 항목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권장 (After)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&lt;title&gt; 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&lt;title&gt;한화손보다이렉트 내가고른 암보험 | 4대유사암 단독가입&lt;/title&gt;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&lt;meta name="description"&gt; 신설/교체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name="description" content="필요한 담보만 직접 고르는 한화손보다이렉트 암보험. 4대 유사암 단독 가입과 진단·수술·입원비 보장을 온라인에서 설계·비교해 보세요."&gt;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OG 태그 세트 추가/점검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property="og:title" content="내 암보험, 담보는 내가 고른다 — 한화손보다이렉트"&gt;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property="og:description" content="필요한 보장만 골라 담고 불필요한 특약은 빼고. 카톡으로 공유하고 보험료까지 3분 안에 확인해요."&gt;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property="og:image" content="https://.../og/cncr_1200x630.png"&gt;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property="og:url" content="https://m.hanwhadirect.com/ltr/cncr/"&gt;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모바일(m.)·PC(www) 메타 일치 + canonical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rel="canonical" href="https://www.hanwhadirect.com/ltr/cncr/"&gt;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rel="alternate" media="only screen and (max-width: 640px)" href="https://m.hanwhadirect.com/ltr/cncr/"&gt;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H1을 상품명으로 1회만 지정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&lt;h1&gt;내가고른 암보험 — 담보 선택형&lt;/h1&gt;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391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상품 이미지 alt 텍스트 보강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&lt;img src="/img/cncr_cover.png" alt="암보험 보장내용 안내"&gt;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치아보험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9C6D4"/>
                </a:solidFill>
                <a:latin typeface="Arial"/>
              </a:rPr>
              <a:t>한화손보다이렉트  ·  한화손보다이렉트 직접  ·  https://m.hanwhadirect.com/ltr/dntl/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구글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5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네이버 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EA0"/>
                </a:solidFill>
                <a:latin typeface="Arial"/>
              </a:rPr>
              <a:t>권장 메인 타이틀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solidFill>
            <a:srgbClr val="FBF5EC"/>
          </a:solidFill>
          <a:ln w="9525">
            <a:solidFill>
              <a:srgbClr val="E08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96B08"/>
                </a:solidFill>
                <a:latin typeface="Arial"/>
              </a:rPr>
              <a:t>한화손보다이렉트 치아안심보험 | 스케일링·보철 보장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40280"/>
          <a:ext cx="110642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108960"/>
                <a:gridCol w="7086600"/>
              </a:tblGrid>
              <a:tr h="45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우선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태그 항목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권장 (After)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&lt;meta name="description"&gt; 신설/교체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name="description" content="충치·치주질환 치료비부터 스케일링까지. 한화손보다이렉트 치아안심보험의 보존·보철 보장과 보험료를 온라인에서 바로 확인하세요."&gt;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&lt;title&gt; 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&lt;title&gt;한화손보다이렉트 치아안심보험 | 스케일링·보철 보장&lt;/title&gt;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OG 태그 세트 추가/점검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property="og:title" content="스케일링부터 임플란트까지 — 한화손보다이렉트 치아보험"&gt;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property="og:description" content="미루기 쉬운 치과 치료비, 미리 준비해요. 보장과 보험료를 3분 만에 확인하고 카톡으로 공유하세요."&gt;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property="og:image" content="https://.../og/dntl_1200x630.png"&gt;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property="og:url" content="https://m.hanwhadirect.com/ltr/dntl/"&gt;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모바일(m.)·PC(www) 메타 일치 + canonical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rel="canonical" href="https://www.hanwhadirect.com/ltr/dntl/"&gt;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rel="alternate" media="only screen and (max-width: 640px)" href="https://m.hanwhadirect.com/ltr/dntl/"&gt;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상품 이미지 alt 텍스트 보강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&lt;img src="/img/dntl_cover.png" alt="치아보험 보장내용 안내"&gt;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운전자보험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9C6D4"/>
                </a:solidFill>
                <a:latin typeface="Arial"/>
              </a:rPr>
              <a:t>한화손보 캐롯  ·  캐롯 분기  ·  https://m.hanwhadirect.com/cmcom/carrotBridge.do?carrot=driver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구글 59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5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네이버 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EA0"/>
                </a:solidFill>
                <a:latin typeface="Arial"/>
              </a:rPr>
              <a:t>권장 메인 타이틀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solidFill>
            <a:srgbClr val="FBF5EC"/>
          </a:solidFill>
          <a:ln w="9525">
            <a:solidFill>
              <a:srgbClr val="E08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96B08"/>
                </a:solidFill>
                <a:latin typeface="Arial"/>
              </a:rPr>
              <a:t>한화손보 캐롯 운전자보험 | 벌금·변호사·합의금 보장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40280"/>
          <a:ext cx="110642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108960"/>
                <a:gridCol w="7086600"/>
              </a:tblGrid>
              <a:tr h="45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우선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태그 항목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권장 (After)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&lt;meta name="description"&gt; 신설/교체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name="description" content="교통사고 벌금·변호사선임비·형사합의금까지. 한화손보 캐롯 운전자보험을 온라인에서 필요한 담보만 골라 설계하고 보험료를 확인하세요."&gt;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분기(carrotBridge) 리다이렉트·canonical 정리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&lt;!-- 서버 HTTP 301(Location)로 이동 + 목적지 canonical 통일 --&gt;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rel="canonical" href="https://www.carrotins.com/long-term/driver"&gt;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&lt;!-- 또는 CM이 랭킹 확보시 hanwhadirect에 상품 콘텐츠 랜딩 신설 --&gt;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&lt;title&gt; 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&lt;title&gt;한화손보 캐롯 운전자보험 | 벌금·변호사·합의금 보장&lt;/title&gt;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OG 태그 세트 추가/점검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property="og:title" content="사고는 순간, 비용은 오래 간다 — 한화손보 캐롯 운전자보험"&gt;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property="og:description" content="벌금·변호사비·합의금까지 대비하는 운전자보험. 3분 만에 담보를 골라 설계하고 카톡으로 공유해요."&gt;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property="og:image" content="https://.../og/driver_1200x630.png"&gt;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property="og:url" content="https://www.carrotins.com/long-term/driver"&gt;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상품 이미지 alt 텍스트 보강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&lt;img src="/img/driver_cover.png" alt="운전자보험 보장내용 안내"&gt;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여성건강보험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9C6D4"/>
                </a:solidFill>
                <a:latin typeface="Arial"/>
              </a:rPr>
              <a:t>한화손보 캐롯  ·  캐롯 분기  ·  https://m.hanwhadirect.com/cmcom/carrotBridge.do?carrot=woman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구글 67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5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네이버 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EA0"/>
                </a:solidFill>
                <a:latin typeface="Arial"/>
              </a:rPr>
              <a:t>권장 메인 타이틀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solidFill>
            <a:srgbClr val="FBF5EC"/>
          </a:solidFill>
          <a:ln w="9525">
            <a:solidFill>
              <a:srgbClr val="E08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96B08"/>
                </a:solidFill>
                <a:latin typeface="Arial"/>
              </a:rPr>
              <a:t>한화손보 캐롯 여성건강보험 | 임신·출산·산후조리 지원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40280"/>
          <a:ext cx="110642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108960"/>
                <a:gridCol w="7086600"/>
              </a:tblGrid>
              <a:tr h="45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우선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태그 항목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권장 (After)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분기(carrotBridge) 리다이렉트·canonical 정리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&lt;!-- 서버 HTTP 301(Location)로 이동 + 목적지 canonical 통일 --&gt;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rel="canonical" href="https://www.carrotins.com/long-term/women-signature/"&gt;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&lt;!-- 또는 CM이 랭킹 확보시 hanwhadirect에 상품 콘텐츠 랜딩 신설 --&gt;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&lt;title&gt; 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&lt;title&gt;한화손보 캐롯 여성건강보험 | 임신·출산·산후조리 지원&lt;/title&gt;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&lt;meta name="description"&gt; 신설/교체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name="description" content="임신·출산지원금부터 산후조리원 비용까지. 한화손보 캐롯 시그니처 여성건강보험4.0의 여성 특화 보장을 온라인에서 설계하고 보험료를 확인하세요."&gt;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OG 태그 세트 추가/점검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property="og:title" content="임신부터 산후조리까지, 여성을 위한 설계 — 한화손보 캐롯"&gt;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property="og:description" content="출산지원금과 산후조리원 비용까지 챙기는 여성건강보험. 3분 만에 설계하고 카톡으로 공유해요."&gt;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property="og:image" content="https://.../og/woman_1200x630.png"&gt;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property="og:url" content="https://www.carrotins.com/long-term/women-signature/"&gt;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상품 이미지 alt 텍스트 보강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&lt;img src="/img/woman_cover.png" alt="여성건강보험 보장내용 안내"&gt;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임신·출산(태아)보험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9C6D4"/>
                </a:solidFill>
                <a:latin typeface="Arial"/>
              </a:rPr>
              <a:t>한화손보 캐롯  ·  캐롯 분기  ·  https://m.hanwhadirect.com/cmcom/carrotBridge.do?carrot=birth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구글 35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5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네이버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EA0"/>
                </a:solidFill>
                <a:latin typeface="Arial"/>
              </a:rPr>
              <a:t>권장 메인 타이틀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solidFill>
            <a:srgbClr val="FBF5EC"/>
          </a:solidFill>
          <a:ln w="9525">
            <a:solidFill>
              <a:srgbClr val="E08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96B08"/>
                </a:solidFill>
                <a:latin typeface="Arial"/>
              </a:rPr>
              <a:t>한화손보 캐롯 태아보험 | 임신·출산·선천이상 보장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40280"/>
          <a:ext cx="110642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108960"/>
                <a:gridCol w="7086600"/>
              </a:tblGrid>
              <a:tr h="45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우선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태그 항목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권장 (After)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&lt;title&gt; 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&lt;title&gt;한화손보 캐롯 태아보험 | 임신·출산·선천이상 보장&lt;/title&gt;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&lt;meta name="description"&gt; 신설/교체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name="description" content="임신 중 가입부터 미숙아·선천이상 수술·입원 보장까지. 한화손보 캐롯 태아보험을 온라인에서 설계하고 보험료를 확인하세요."&gt;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분기(carrotBridge) 리다이렉트·canonical 정리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&lt;!-- 서버 HTTP 301(Location)로 이동 + 목적지 canonical 통일 --&gt;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rel="canonical" href="https://www.carrotins.com/"&gt;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&lt;!-- 또는 CM이 랭킹 확보시 hanwhadirect에 상품 콘텐츠 랜딩 신설 --&gt;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OG 태그 세트 추가/점검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property="og:title" content="엄마가 되기 전에, 태아보험부터 — 한화손보 캐롯"&gt;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property="og:description" content="임신 22주 전 가입·태아 특약까지. 3분 만에 설계하고 카톡으로 공유해요."&gt;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property="og:image" content="https://.../og/birth_1200x630.png"&gt;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property="og:url" content="https://www.carrotins.com/"&gt;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상품 이미지 alt 텍스트 보강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&lt;img src="/img/birth_cover.png" alt="임신·출산(태아)보험 보장내용 안내"&gt;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해외여행보험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9C6D4"/>
                </a:solidFill>
                <a:latin typeface="Arial"/>
              </a:rPr>
              <a:t>한화손보 캐롯  ·  캐롯 분기  ·  https://m.hanwhadirect.com/cmcom/carrotBridge.do?carrot=overseas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구글 63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5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네이버 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EA0"/>
                </a:solidFill>
                <a:latin typeface="Arial"/>
              </a:rPr>
              <a:t>권장 메인 타이틀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solidFill>
            <a:srgbClr val="FBF5EC"/>
          </a:solidFill>
          <a:ln w="9525">
            <a:solidFill>
              <a:srgbClr val="E08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96B08"/>
                </a:solidFill>
                <a:latin typeface="Arial"/>
              </a:rPr>
              <a:t>한화손보 캐롯 해외여행보험 | 개인정보 없이 보험료 확인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40280"/>
          <a:ext cx="110642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108960"/>
                <a:gridCol w="7086600"/>
              </a:tblGrid>
              <a:tr h="45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우선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태그 항목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권장 (After)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&lt;meta name="description"&gt; 신설/교체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name="description" content="출국 전 간편 가입과 무사고 시 캐시백까지. 한화손보 캐롯 해외여행보험을 개인정보 없이 온라인에서 비교하고 보험료를 확인하세요."&gt;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분기(carrotBridge) 리다이렉트·canonical 정리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&lt;!-- 서버 HTTP 301(Location)로 이동 + 목적지 canonical 통일 --&gt;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rel="canonical" href="https://www.carrotins.com/product/overseas"&gt;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&lt;!-- 또는 CM이 랭킹 확보시 hanwhadirect에 상품 콘텐츠 랜딩 신설 --&gt;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&lt;title&gt; 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&lt;title&gt;한화손보 캐롯 해외여행보험 | 개인정보 없이 보험료 확인&lt;/title&gt;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OG 태그 세트 추가/점검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property="og:title" content="여행 전 3분, 한화손보 캐롯 해외여행보험"&gt;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property="og:description" content="출국 전 간편가입·무사고 캐시백. 개인정보 없이 보험료를 바로 확인해요."&gt;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property="og:image" content="https://.../og/overseas_1200x630.png"&gt;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property="og:url" content="https://www.carrotins.com/product/overseas"&gt;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상품 이미지 alt 텍스트 보강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&lt;img src="/img/overseas_cover.png" alt="해외여행보험 보장내용 안내"&gt;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해외장기체류보험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9C6D4"/>
                </a:solidFill>
                <a:latin typeface="Arial"/>
              </a:rPr>
              <a:t>한화손보 캐롯  ·  캐롯 분기  ·  https://m.hanwhadirect.com/cmcom/carrotBridge.do?carrot=overseas-long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구글 64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35640" y="292608"/>
            <a:ext cx="1005840" cy="502920"/>
          </a:xfrm>
          <a:prstGeom prst="rect">
            <a:avLst/>
          </a:prstGeom>
          <a:solidFill>
            <a:srgbClr val="2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27432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A63F"/>
                </a:solidFill>
                <a:latin typeface="Arial"/>
              </a:rPr>
              <a:t>네이버 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EA0"/>
                </a:solidFill>
                <a:latin typeface="Arial"/>
              </a:rPr>
              <a:t>권장 메인 타이틀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solidFill>
            <a:srgbClr val="FBF5EC"/>
          </a:solidFill>
          <a:ln w="9525">
            <a:solidFill>
              <a:srgbClr val="E085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96B08"/>
                </a:solidFill>
                <a:latin typeface="Arial"/>
              </a:rPr>
              <a:t>한화손보 캐롯 해외장기체류보험 | 유학·장기체류 보장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240280"/>
          <a:ext cx="110642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108960"/>
                <a:gridCol w="7086600"/>
              </a:tblGrid>
              <a:tr h="457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우선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태그 항목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권장 (After)</a:t>
                      </a:r>
                    </a:p>
                  </a:txBody>
                  <a:tcPr>
                    <a:solidFill>
                      <a:srgbClr val="E0850F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&lt;meta name="description"&gt; 신설/교체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name="description" content="3개월 초과 해외체류·유학 중 질병·상해 의료비를 최대 10만달러까지. 한화손보 캐롯 해외장기체류보험을 온라인에서 확인하세요."&gt;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상</a:t>
                      </a:r>
                    </a:p>
                  </a:txBody>
                  <a:tcPr marT="25400" marB="25400" anchor="ctr"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분기(carrotBridge) 리다이렉트·canonical 정리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&lt;!-- 서버 HTTP 301(Location)로 이동 + 목적지 canonical 통일 --&gt;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&lt;link rel="canonical" href="https://www.carrotins.com/product/overseas-long/intro"&gt;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&lt;!-- 또는 CM이 랭킹 확보시 hanwhadirect에 상품 콘텐츠 랜딩 신설 --&gt;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중</a:t>
                      </a:r>
                    </a:p>
                  </a:txBody>
                  <a:tcPr marT="25400" marB="25400" anchor="ctr">
                    <a:solidFill>
                      <a:srgbClr val="C47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&lt;title&gt; 교체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&lt;title&gt;한화손보 캐롯 해외장기체류보험 | 유학·장기체류 보장&lt;/title&gt;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OG 태그 세트 추가/점검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property="og:title" content="유학·장기출장 전 필수 — 한화손보 캐롯 해외장기체류보험"&gt;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property="og:description" content="3개월 넘는 해외체류, 현지 의료비까지 대비하는 장기체류보험. 개인정보 없이 보험료를 확인해요."&gt;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property="og:image" content="https://.../og/overseaslong_1200x630.png"&gt;</a:t>
                      </a:r>
                    </a:p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&lt;meta property="og:url" content="https://www.carrotins.com/product/overseas-long/intro"&gt;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  <a:tr h="45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하</a:t>
                      </a:r>
                    </a:p>
                  </a:txBody>
                  <a:tcPr marT="25400" marB="25400" anchor="ctr">
                    <a:solidFill>
                      <a:srgbClr val="8A8E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1E2C"/>
                          </a:solidFill>
                          <a:latin typeface="Arial"/>
                        </a:rPr>
                        <a:t>상품 이미지 alt 텍스트 보강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B2B40"/>
                          </a:solidFill>
                          <a:latin typeface="Consolas"/>
                        </a:rPr>
                        <a:t>&lt;img src="/img/overseaslong_cover.png" alt="해외장기체류보험 보장내용 안내"&gt;</a:t>
                      </a:r>
                    </a:p>
                  </a:txBody>
                  <a:tcPr marT="25400" marB="25400" anchor="ctr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